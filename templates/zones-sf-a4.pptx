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/>
  <p:sldSz cx="10691813" cy="7559675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A3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7" d="100"/>
          <a:sy n="147" d="100"/>
        </p:scale>
        <p:origin x="138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627E5-6E8F-4814-B6F2-CB603CA85053}" type="datetimeFigureOut">
              <a:rPr lang="en-NZ" smtClean="0"/>
              <a:t>11/08/2026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30288" y="1241425"/>
            <a:ext cx="47371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5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2CB96C-E948-4CDC-A0E2-E200C5182EC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07687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Zones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Zones Page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Footer rule"/>
          <p:cNvCxnSpPr/>
          <p:nvPr/>
        </p:nvCxnSpPr>
        <p:spPr>
          <a:xfrm>
            <a:off x="901598" y="7114032"/>
            <a:ext cx="8887968" cy="0"/>
          </a:xfrm>
          <a:prstGeom prst="line">
            <a:avLst/>
          </a:prstGeom>
          <a:ln w="9525">
            <a:solidFill>
              <a:srgbClr val="E4E8E3"/>
            </a:solidFill>
          </a:ln>
          <a:effectLst/>
        </p:spPr>
      </p:cxnSp>
      <p:sp>
        <p:nvSpPr>
          <p:cNvPr id="21" name="Footer brand"/>
          <p:cNvSpPr txBox="1"/>
          <p:nvPr/>
        </p:nvSpPr>
        <p:spPr>
          <a:xfrm>
            <a:off x="901598" y="7168896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NZ" sz="700" b="0" spc="100">
                <a:solidFill>
                  <a:srgbClr val="7B857C"/>
                </a:solidFill>
                <a:latin typeface="Montserrat"/>
              </a:rPr>
              <a:t>ZONES LANDSCAPING · AUCKLAND CENTRAL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797266" y="7159752"/>
            <a:ext cx="1097280" cy="182880"/>
          </a:xfrm>
          <a:prstGeom prst="rect">
            <a:avLst/>
          </a:prstGeom>
        </p:spPr>
        <p:txBody>
          <a:bodyPr wrap="square" lIns="0" tIns="0" rIns="0" bIns="0" anchor="t"/>
          <a:lstStyle>
            <a:lvl1pPr algn="ctr">
              <a:defRPr sz="800" b="1">
                <a:solidFill>
                  <a:srgbClr val="01632F"/>
                </a:solidFill>
                <a:latin typeface="Montserrat"/>
              </a:defRPr>
            </a:lvl1pPr>
          </a:lstStyle>
          <a:p>
            <a:pPr algn="ctr"/>
            <a:fld id="{C1FF6DA9-008F-8B48-92A6-B652298478BF}" type="slidenum">
              <a:rPr lang="en-NZ" sz="800" b="1">
                <a:solidFill>
                  <a:srgbClr val="01632F"/>
                </a:solidFill>
                <a:latin typeface="Montserrat"/>
              </a:rPr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Zone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Footer rule"/>
          <p:cNvCxnSpPr/>
          <p:nvPr/>
        </p:nvCxnSpPr>
        <p:spPr>
          <a:xfrm>
            <a:off x="901598" y="7114032"/>
            <a:ext cx="8887968" cy="0"/>
          </a:xfrm>
          <a:prstGeom prst="line">
            <a:avLst/>
          </a:prstGeom>
          <a:ln w="9525">
            <a:solidFill>
              <a:srgbClr val="E4E8E3"/>
            </a:solidFill>
          </a:ln>
          <a:effectLst/>
        </p:spPr>
      </p:cxnSp>
      <p:sp>
        <p:nvSpPr>
          <p:cNvPr id="21" name="Footer brand"/>
          <p:cNvSpPr txBox="1"/>
          <p:nvPr/>
        </p:nvSpPr>
        <p:spPr>
          <a:xfrm>
            <a:off x="901598" y="7168896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NZ" sz="700" b="0" spc="100">
                <a:solidFill>
                  <a:srgbClr val="7B857C"/>
                </a:solidFill>
                <a:latin typeface="Montserrat"/>
              </a:rPr>
              <a:t>ZONES LANDSCAPING · AUCKLAND CENTRAL</a:t>
            </a:r>
          </a:p>
        </p:txBody>
      </p:sp>
      <p:pic>
        <p:nvPicPr>
          <p:cNvPr id="22" name="Zones logo"/>
          <p:cNvPicPr>
            <a:picLocks noChangeAspect="1"/>
          </p:cNvPicPr>
          <p:nvPr/>
        </p:nvPicPr>
        <p:blipFill>
          <a:blip r:embed="rId2"/>
          <a:srcRect l="32450" t="12885" r="708" b="40643"/>
          <a:stretch>
            <a:fillRect/>
          </a:stretch>
        </p:blipFill>
        <p:spPr>
          <a:xfrm>
            <a:off x="8181690" y="345423"/>
            <a:ext cx="1608306" cy="44325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797266" y="7159752"/>
            <a:ext cx="1097280" cy="182880"/>
          </a:xfrm>
          <a:prstGeom prst="rect">
            <a:avLst/>
          </a:prstGeom>
        </p:spPr>
        <p:txBody>
          <a:bodyPr wrap="square" lIns="0" tIns="0" rIns="0" bIns="0" anchor="t"/>
          <a:lstStyle>
            <a:lvl1pPr algn="ctr">
              <a:defRPr sz="800" b="1">
                <a:solidFill>
                  <a:srgbClr val="01632F"/>
                </a:solidFill>
                <a:latin typeface="Montserrat"/>
              </a:defRPr>
            </a:lvl1pPr>
          </a:lstStyle>
          <a:p>
            <a:pPr algn="ctr"/>
            <a:fld id="{C1FF6DA9-008F-8B48-92A6-B652298478BF}" type="slidenum">
              <a:rPr lang="en-NZ" sz="800" b="1">
                <a:solidFill>
                  <a:srgbClr val="01632F"/>
                </a:solidFill>
                <a:latin typeface="Montserrat"/>
              </a:rPr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2243</TotalTime>
  <Words>2727</Words>
  <Application>Microsoft Office PowerPoint</Application>
  <PresentationFormat>Custom</PresentationFormat>
  <Paragraphs>328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Century Gothic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Lee Irvine</dc:creator>
  <cp:keywords/>
  <dc:description>generated using python-pptx</dc:description>
  <cp:lastModifiedBy>Lee Irvine</cp:lastModifiedBy>
  <cp:revision>45</cp:revision>
  <cp:lastPrinted>2026-08-10T08:42:11Z</cp:lastPrinted>
  <dcterms:created xsi:type="dcterms:W3CDTF">2013-01-27T09:14:16Z</dcterms:created>
  <dcterms:modified xsi:type="dcterms:W3CDTF">2026-08-11T07:34:15Z</dcterms:modified>
  <cp:category/>
</cp:coreProperties>
</file>